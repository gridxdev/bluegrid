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F7504-F39F-1C35-0F64-2A30AE880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AB4B7-51F5-501B-BD1C-C7A2D5658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36A95-BF9D-F427-145F-26096714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7A75B-03F5-B307-91FD-15663CFB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4B6E6-238F-54B6-8D54-61FA0021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B981-3FCC-33C1-0CF7-91E79968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B7C7-781D-BD3A-B974-B4FAC8C38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1EE1D-B579-2896-5860-B3322AC4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4DE22-5747-8D42-4D5C-3B4A5A84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F617F-D24C-1E44-CB49-1ED4A7BFE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8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51C7-50D5-C78D-D9F5-73188EE9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2FE8B-74C5-7DC4-3FC2-46CCBEE2A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62592-20B2-2686-51C1-DFA527C1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3CDD1-93A4-DE3E-2A39-8BF34C42F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0E2AF-6B10-879A-4A87-EBB08CB1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0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6234-8F08-CF82-8634-07BCD0FE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A7D5-1ABE-3B84-37EF-CAAACD21B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45-B9C0-FDBB-E8DC-3A0D3216F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122EE-B6E0-2A68-49BA-9BDDF204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23BDF-264E-F8DE-CB59-570488C9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E3524-E3B1-2EC0-281C-ACA991DC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9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E566-8B92-5BC7-E26F-07E26E2B0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9C49F-B49B-A5B4-3A1C-CEE6CC4E3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6308B-8B73-530F-09BC-34A722EEE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FD41E1-F53C-2178-723A-5AF62A2F9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79880-1479-E156-D865-88BDB2432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D07A5-84B2-7231-4B82-9C5829BDF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E37549-677B-817C-B730-6908129D4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8D292-BBD4-4E12-994D-A099DF30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91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F66A-894E-D538-AC0D-4E718941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18F46-B44D-BA64-8513-8D63AB36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2C3A0-E5FD-318D-D6A3-B2B67E97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43A3B-9637-F979-81F8-613DEE66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4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27887-D220-20EA-5622-FE92B6DF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8C680-B6B2-5210-7E52-E4F50C15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F9128-7133-401B-022D-A1528641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5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2AC9-AC46-0B04-FF5F-1CE5F7DB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AEBC3-2AB3-8CF4-4BC6-84497BF51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31B76-68C6-2647-3CC8-9DA4B30A9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51AB0-F198-1639-CF96-57EC65D7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8ABAC-DA25-1AA7-32F9-7E7EC2E2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14421-0221-5566-FF2E-026BE0BA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05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82C6-BB08-457D-7910-F5F2FD6A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CD47F-91F4-87E3-1DE3-27E981D85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A21FB-DA53-4A55-2A4D-2288877FC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C928E-6CA2-38A2-B1CD-EDEC7A66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E38FB-C467-A130-7E8C-BEC6A385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42839-86D9-7974-D285-14F4A92AB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2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F288-AB9D-98B2-ACC4-A8C4CCFA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04534-C440-281F-A409-97873D2A2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F284F-767D-400C-F2A1-875EEABC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D5C5B-A027-2AA6-48CA-04DD1FC3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676B6-713C-5BD1-4B56-02F4E433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57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6F49E-DA4F-2328-1C4E-0B04D68F8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DCC71-5A6A-EAB7-1933-FB5A35C49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6A414-7B8E-FD3B-D2D9-B4077641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D5213-9161-5F86-66A5-DE9F78EF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8F02-0B0E-DEF1-4B9E-3ED1DF0D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2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B77EF-F565-B34A-1703-129A02E3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D6A72-644F-5D38-E43A-A8E5161D2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BA660-5F44-875B-903B-A534113B2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AEAAE-7AE3-4CA3-A4D4-1E8838FF2D4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CC20A-14AD-7394-5D80-B9744AD26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D8461-F60A-4C82-DF32-078D7B321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BE8B9-F29F-41D4-923F-5DFEA0A1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1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AE2D0-6ECE-850B-895E-2380048B18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BlueGrid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049E6-CB68-1008-3B8C-E1B2AEC07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Smart Quantity Take-Off </a:t>
            </a:r>
          </a:p>
        </p:txBody>
      </p:sp>
    </p:spTree>
    <p:extLst>
      <p:ext uri="{BB962C8B-B14F-4D97-AF65-F5344CB8AC3E}">
        <p14:creationId xmlns:p14="http://schemas.microsoft.com/office/powerpoint/2010/main" val="65828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085E-C042-EF9F-0641-3E869DA9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In Quantity take-off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799BE-E70E-F836-7F94-410F9BF3E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6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FCFF-B2C7-8184-DAF6-EED85BE0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Solution: </a:t>
            </a:r>
            <a:r>
              <a:rPr lang="en-US" dirty="0" err="1"/>
              <a:t>BlueGrid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E76F8-14E6-1DBC-5847-95ABA7386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64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6E89-B924-512F-7691-BEB463EF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820F2-94B8-24CC-82C9-F4F49FB58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2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111E7-9408-39D3-6E3D-F6E7E1BC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BAF84-C068-5A5A-2400-C510EA428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56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AEDC-EF7E-3946-7E62-F332B0DF6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for Clients &amp; Partners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018EE-9DEF-9C5B-8E37-067513EF4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5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E4FE-D492-D7CA-7B4C-AAA144DC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&amp;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A6F2-36D2-72EC-EA7A-A81CC2225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41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354-14D7-71BE-D828-E91A651C6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&amp; 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D5E7C-EF61-41C9-6CF0-AD52A6E80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4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31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BlueGrid</vt:lpstr>
      <vt:lpstr>The Challenge In Quantity take-off</vt:lpstr>
      <vt:lpstr>The Solution: BlueGrid</vt:lpstr>
      <vt:lpstr>Key Features</vt:lpstr>
      <vt:lpstr>How It Works</vt:lpstr>
      <vt:lpstr>Benefits for Clients &amp; Partners</vt:lpstr>
      <vt:lpstr>Roadmap &amp; Collaboration</vt:lpstr>
      <vt:lpstr>Contact &amp; 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bluegrid dev</dc:creator>
  <cp:lastModifiedBy>bluegrid dev</cp:lastModifiedBy>
  <cp:revision>4</cp:revision>
  <dcterms:created xsi:type="dcterms:W3CDTF">2025-11-13T06:48:20Z</dcterms:created>
  <dcterms:modified xsi:type="dcterms:W3CDTF">2025-11-13T07:36:41Z</dcterms:modified>
</cp:coreProperties>
</file>